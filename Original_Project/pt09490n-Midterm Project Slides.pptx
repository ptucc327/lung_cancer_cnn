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f32cafa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f32cafa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f32cafa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f32cafa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f32cafac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f32cafac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f32cafa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0f32cafa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fd6c828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fd6c828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03e4473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103e4473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Lung Cancer Convolutional Neural Network	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Paul Tuccinardi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Hypothesis	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Finding a way to better diagnose various types of lung cancers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goal for this project is to be able to create a model that will accurately detect various forms of lung cancer. If the model has an accuracy of 70% then the model should be able to accurately predict various forms of lung cancer.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the model trains on appropriate aspects of the images, then the model should predict which type of lung cancer the image is.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the data has enough variations of each type of lung cancer, then the model will perform better at detecting different types of lung cancer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3875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contains images of 3 different lung cancers: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Adenocarcinoma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Benign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squamous cell carcinoma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type of lung cancer has 5000 images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were folders created for train, validation and test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80% of the data was used in the train dataset, 10% for validation and 10% for test</a:t>
            </a:r>
            <a:endParaRPr/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350" y="181087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model used for this project was a Convolutional Neural Network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model contained 9 various layers utilizing ReLU and softmax to classify the images into 1 of 3 classes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Performance was very good for both train and validation datasets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have accuracy 95% or greater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1763" y="3149988"/>
            <a:ext cx="608647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836400" y="1307850"/>
            <a:ext cx="413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Overall poor performance with test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model created was overfitted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Unlike with the train and validation datasets, the test dataset had an accuracy of 32%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Looking at the Confusion Matrix the data is spread out in all areas showing the poor performance the model had with the test dataset.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000" y="304625"/>
            <a:ext cx="3305175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2550" y="3228438"/>
            <a:ext cx="62388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Even though the model had a train and validation accuracy above 90% the test data did not perform well only having performance metrics 32%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future additions to this project: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Change parameters to find a better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augmentation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other types of lung cancer and various stages of lung cancers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 images of healthy lungs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